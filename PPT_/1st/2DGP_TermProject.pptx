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331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367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419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285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899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12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505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641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785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182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114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0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EAA41-3100-870A-0299-83ACFD2E7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5035" y="2074473"/>
            <a:ext cx="3456136" cy="1134366"/>
          </a:xfrm>
        </p:spPr>
        <p:txBody>
          <a:bodyPr anchor="b">
            <a:normAutofit/>
          </a:bodyPr>
          <a:lstStyle/>
          <a:p>
            <a:r>
              <a:rPr lang="en-US" altLang="ko-KR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2DGP </a:t>
            </a:r>
            <a:r>
              <a: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프로젝트</a:t>
            </a:r>
            <a:br>
              <a:rPr lang="en-US" altLang="ko-KR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</a:br>
            <a:r>
              <a:rPr lang="en-US" altLang="ko-KR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1</a:t>
            </a:r>
            <a:r>
              <a: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2EBBCE-CC44-C77C-56EA-676795C6D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5303" y="3853093"/>
            <a:ext cx="2895600" cy="672858"/>
          </a:xfrm>
        </p:spPr>
        <p:txBody>
          <a:bodyPr anchor="t">
            <a:norm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SKRR</a:t>
            </a:r>
          </a:p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2022180011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김태건</a:t>
            </a:r>
          </a:p>
        </p:txBody>
      </p:sp>
      <p:pic>
        <p:nvPicPr>
          <p:cNvPr id="5" name="그림 4" descr="두개골, 그래픽 디자인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8EA60A-DF3C-8F33-CFFA-F296F8484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0" b="6875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723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85833-E2CF-09BB-9032-3A33E338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31" y="158332"/>
            <a:ext cx="326938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200" b="1" dirty="0"/>
              <a:t>게임 컨셉</a:t>
            </a: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9EDFD431-4757-098A-F985-845CF8C9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031" y="2155400"/>
            <a:ext cx="5524104" cy="3447832"/>
          </a:xfrm>
        </p:spPr>
        <p:txBody>
          <a:bodyPr anchor="t"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스킬을 사용한 </a:t>
            </a:r>
            <a:r>
              <a:rPr lang="ko-KR" altLang="ko-KR" sz="2000" dirty="0">
                <a:latin typeface="Arial" panose="020B0604020202020204" pitchFamily="34" charset="0"/>
              </a:rPr>
              <a:t>빠른 템포의</a:t>
            </a:r>
            <a:r>
              <a:rPr lang="ko-KR" altLang="en-US" sz="2000" dirty="0">
                <a:latin typeface="Arial" panose="020B0604020202020204" pitchFamily="34" charset="0"/>
              </a:rPr>
              <a:t> 전투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몬스터를 잡고 얻은 골드로 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ko-KR" sz="2000" dirty="0">
                <a:latin typeface="Arial" panose="020B0604020202020204" pitchFamily="34" charset="0"/>
              </a:rPr>
              <a:t>   </a:t>
            </a:r>
            <a:r>
              <a:rPr lang="ko-KR" altLang="en-US" sz="2000" dirty="0">
                <a:latin typeface="Arial" panose="020B0604020202020204" pitchFamily="34" charset="0"/>
              </a:rPr>
              <a:t>게임 시작 전 스킬 해금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스테이지 클리어 후 랜덤하게 얻는 추가 능력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ko-KR" sz="2000" dirty="0">
                <a:latin typeface="Arial" panose="020B0604020202020204" pitchFamily="34" charset="0"/>
              </a:rPr>
              <a:t>   (</a:t>
            </a:r>
            <a:r>
              <a:rPr lang="ko-KR" altLang="en-US" sz="2000" dirty="0">
                <a:latin typeface="Arial" panose="020B0604020202020204" pitchFamily="34" charset="0"/>
              </a:rPr>
              <a:t>새 게임 진행 시 초기화</a:t>
            </a:r>
            <a:r>
              <a:rPr lang="en-US" altLang="ko-KR" sz="2000" dirty="0">
                <a:latin typeface="Arial" panose="020B0604020202020204" pitchFamily="34" charset="0"/>
              </a:rPr>
              <a:t>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스테이지를 돌파하고 최종 보스를 물리치자</a:t>
            </a:r>
            <a:r>
              <a:rPr lang="en-US" altLang="ko-KR" sz="2000" dirty="0">
                <a:latin typeface="Arial" panose="020B0604020202020204" pitchFamily="34" charset="0"/>
              </a:rPr>
              <a:t>!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ko-KR" sz="2000" dirty="0">
              <a:latin typeface="Arial" panose="020B0604020202020204" pitchFamily="34" charset="0"/>
            </a:endParaRPr>
          </a:p>
        </p:txBody>
      </p:sp>
      <p:pic>
        <p:nvPicPr>
          <p:cNvPr id="1031" name="Picture 7" descr="Skul: The Hero Slayer - Trash or Treasure? [PS5]">
            <a:extLst>
              <a:ext uri="{FF2B5EF4-FFF2-40B4-BE49-F238E27FC236}">
                <a16:creationId xmlns:a16="http://schemas.microsoft.com/office/drawing/2014/main" id="{D8495E60-B3D2-DA6B-5807-0B272A16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4384" y="379618"/>
            <a:ext cx="3343333" cy="188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 descr="두개골, 그래픽 디자인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326559-4697-BA2E-D613-2006733CA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0"/>
          <a:stretch>
            <a:fillRect/>
          </a:stretch>
        </p:blipFill>
        <p:spPr>
          <a:xfrm>
            <a:off x="7304384" y="3394470"/>
            <a:ext cx="3343333" cy="3305552"/>
          </a:xfrm>
          <a:prstGeom prst="rect">
            <a:avLst/>
          </a:prstGeom>
        </p:spPr>
      </p:pic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48083667-12F9-A6B9-A2F4-35AF5FE6D80D}"/>
              </a:ext>
            </a:extLst>
          </p:cNvPr>
          <p:cNvSpPr/>
          <p:nvPr/>
        </p:nvSpPr>
        <p:spPr>
          <a:xfrm>
            <a:off x="8720411" y="2379947"/>
            <a:ext cx="512079" cy="10490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05218-22E9-FA71-DB42-47FD0D78A05D}"/>
              </a:ext>
            </a:extLst>
          </p:cNvPr>
          <p:cNvSpPr txBox="1"/>
          <p:nvPr/>
        </p:nvSpPr>
        <p:spPr>
          <a:xfrm>
            <a:off x="9149940" y="2704245"/>
            <a:ext cx="438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모작</a:t>
            </a:r>
          </a:p>
        </p:txBody>
      </p:sp>
    </p:spTree>
    <p:extLst>
      <p:ext uri="{BB962C8B-B14F-4D97-AF65-F5344CB8AC3E}">
        <p14:creationId xmlns:p14="http://schemas.microsoft.com/office/powerpoint/2010/main" val="21799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46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내용 개체 틀 13" descr="텍스트, PC 게임, 비디오 게임 소프트웨어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0618A2-7051-CEF7-1914-D8CDCFDF8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"/>
          <a:stretch>
            <a:fillRect/>
          </a:stretch>
        </p:blipFill>
        <p:spPr>
          <a:xfrm>
            <a:off x="1372174" y="877299"/>
            <a:ext cx="9444603" cy="54600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8962F2-F545-E74C-F378-0E8CC0E2F64B}"/>
              </a:ext>
            </a:extLst>
          </p:cNvPr>
          <p:cNvSpPr txBox="1"/>
          <p:nvPr/>
        </p:nvSpPr>
        <p:spPr>
          <a:xfrm>
            <a:off x="1372174" y="177040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latin typeface="+mj-ea"/>
                <a:ea typeface="+mj-ea"/>
              </a:rPr>
              <a:t>게임 진행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217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5EEDF-340E-2AE0-8A75-09B9F0DF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46">
            <a:extLst>
              <a:ext uri="{FF2B5EF4-FFF2-40B4-BE49-F238E27FC236}">
                <a16:creationId xmlns:a16="http://schemas.microsoft.com/office/drawing/2014/main" id="{381A7271-0D27-C7E1-0A87-78F703585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F113FB2B-1F46-4555-0B82-F936FA067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" r="1350"/>
          <a:stretch/>
        </p:blipFill>
        <p:spPr>
          <a:xfrm>
            <a:off x="1372174" y="877299"/>
            <a:ext cx="9444603" cy="54600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879719-12EE-018F-F7FF-29D660B2D1FC}"/>
              </a:ext>
            </a:extLst>
          </p:cNvPr>
          <p:cNvSpPr txBox="1"/>
          <p:nvPr/>
        </p:nvSpPr>
        <p:spPr>
          <a:xfrm>
            <a:off x="1372174" y="177040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latin typeface="+mj-ea"/>
                <a:ea typeface="+mj-ea"/>
              </a:rPr>
              <a:t>게임 진행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825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50D6E-8BFE-38E5-26C4-A59B4AAA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46">
            <a:extLst>
              <a:ext uri="{FF2B5EF4-FFF2-40B4-BE49-F238E27FC236}">
                <a16:creationId xmlns:a16="http://schemas.microsoft.com/office/drawing/2014/main" id="{910F771F-8F11-4D37-EC16-9DE7F1F66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BE7FE84D-8FE8-561F-8BAC-DB11A9432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" r="1411"/>
          <a:stretch/>
        </p:blipFill>
        <p:spPr>
          <a:xfrm>
            <a:off x="1372174" y="877299"/>
            <a:ext cx="9444603" cy="54600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4A2F75E-A31E-A805-3188-8E262730E59A}"/>
              </a:ext>
            </a:extLst>
          </p:cNvPr>
          <p:cNvSpPr txBox="1"/>
          <p:nvPr/>
        </p:nvSpPr>
        <p:spPr>
          <a:xfrm>
            <a:off x="1372174" y="177040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latin typeface="+mj-ea"/>
                <a:ea typeface="+mj-ea"/>
              </a:rPr>
              <a:t>게임 진행</a:t>
            </a:r>
            <a:endParaRPr lang="en-US" altLang="ko-KR" sz="2800" b="1" dirty="0">
              <a:latin typeface="+mj-ea"/>
              <a:ea typeface="+mj-ea"/>
            </a:endParaRP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97C944-2AC7-5B9F-F77E-90888E63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27" y="1217312"/>
            <a:ext cx="2501372" cy="1684773"/>
          </a:xfrm>
          <a:prstGeom prst="rect">
            <a:avLst/>
          </a:prstGeom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CED3F9CF-FB28-2C0E-F462-C5C8DA64FFC0}"/>
              </a:ext>
            </a:extLst>
          </p:cNvPr>
          <p:cNvSpPr/>
          <p:nvPr/>
        </p:nvSpPr>
        <p:spPr>
          <a:xfrm rot="6491985">
            <a:off x="4579765" y="1392822"/>
            <a:ext cx="184322" cy="2589271"/>
          </a:xfrm>
          <a:prstGeom prst="downArrow">
            <a:avLst>
              <a:gd name="adj1" fmla="val 50000"/>
              <a:gd name="adj2" fmla="val 1597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0FE6A-CDB4-0A9B-318F-FB92CE28034D}"/>
              </a:ext>
            </a:extLst>
          </p:cNvPr>
          <p:cNvSpPr txBox="1"/>
          <p:nvPr/>
        </p:nvSpPr>
        <p:spPr>
          <a:xfrm>
            <a:off x="3119768" y="186390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아이템 예시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8351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93B79-DB58-B8C2-2BB2-6A7E97DF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46">
            <a:extLst>
              <a:ext uri="{FF2B5EF4-FFF2-40B4-BE49-F238E27FC236}">
                <a16:creationId xmlns:a16="http://schemas.microsoft.com/office/drawing/2014/main" id="{254C958C-511C-DE36-E331-57F970529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5B639C1D-FA5C-E2C1-8E75-AFCEE8D66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" r="1350"/>
          <a:stretch/>
        </p:blipFill>
        <p:spPr>
          <a:xfrm>
            <a:off x="1372174" y="877299"/>
            <a:ext cx="9444603" cy="54600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024EF9D-E9FE-ED17-16F1-6EC8B354221C}"/>
              </a:ext>
            </a:extLst>
          </p:cNvPr>
          <p:cNvSpPr txBox="1"/>
          <p:nvPr/>
        </p:nvSpPr>
        <p:spPr>
          <a:xfrm>
            <a:off x="1372174" y="177040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latin typeface="+mj-ea"/>
                <a:ea typeface="+mj-ea"/>
              </a:rPr>
              <a:t>게임 진행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478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DB2C8A-EE24-78A2-59F3-254228A1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81026" cy="1322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개발일정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B93AA51-EB32-7363-8DA8-ABDBB6B9786F}"/>
              </a:ext>
            </a:extLst>
          </p:cNvPr>
          <p:cNvSpPr txBox="1"/>
          <p:nvPr/>
        </p:nvSpPr>
        <p:spPr>
          <a:xfrm>
            <a:off x="848159" y="2095779"/>
            <a:ext cx="7169901" cy="3908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1주차</a:t>
            </a:r>
            <a:r>
              <a:rPr lang="ko-KR" altLang="ko-KR" sz="1600" dirty="0">
                <a:latin typeface="Arial" panose="020B0604020202020204" pitchFamily="34" charset="0"/>
              </a:rPr>
              <a:t> – 개발에 필요한 리소스 수집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2주차</a:t>
            </a:r>
            <a:r>
              <a:rPr lang="ko-KR" altLang="ko-KR" sz="1600" dirty="0">
                <a:latin typeface="Arial" panose="020B0604020202020204" pitchFamily="34" charset="0"/>
              </a:rPr>
              <a:t> – 게임 프레임워크 구성 및 개발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3주차</a:t>
            </a:r>
            <a:r>
              <a:rPr lang="ko-KR" altLang="ko-KR" sz="1600" dirty="0">
                <a:latin typeface="Arial" panose="020B0604020202020204" pitchFamily="34" charset="0"/>
              </a:rPr>
              <a:t> – 플레이어 기본 조작(이동, 공격), 몬스터 기본 동작 개발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4주차</a:t>
            </a:r>
            <a:r>
              <a:rPr lang="ko-KR" altLang="ko-KR" sz="1600" dirty="0">
                <a:latin typeface="Arial" panose="020B0604020202020204" pitchFamily="34" charset="0"/>
              </a:rPr>
              <a:t> – 플레이어 스킬 개발, 전투 시스템 구체화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5주차</a:t>
            </a:r>
            <a:r>
              <a:rPr lang="ko-KR" altLang="ko-KR" sz="1600" dirty="0">
                <a:latin typeface="Arial" panose="020B0604020202020204" pitchFamily="34" charset="0"/>
              </a:rPr>
              <a:t> – 보스 몬스터 및 추가 패턴 개발, </a:t>
            </a:r>
            <a:r>
              <a:rPr lang="ko-KR" altLang="ko-KR" sz="1600" dirty="0" err="1">
                <a:latin typeface="Arial" panose="020B0604020202020204" pitchFamily="34" charset="0"/>
              </a:rPr>
              <a:t>밸런싱</a:t>
            </a:r>
            <a:r>
              <a:rPr lang="ko-KR" altLang="ko-KR" sz="1600" dirty="0">
                <a:latin typeface="Arial" panose="020B0604020202020204" pitchFamily="34" charset="0"/>
              </a:rPr>
              <a:t> 시작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6주차</a:t>
            </a:r>
            <a:r>
              <a:rPr lang="ko-KR" altLang="ko-KR" sz="1600" dirty="0">
                <a:latin typeface="Arial" panose="020B0604020202020204" pitchFamily="34" charset="0"/>
              </a:rPr>
              <a:t> – UI/HUD 개발 (체력, 스킬 </a:t>
            </a:r>
            <a:r>
              <a:rPr lang="ko-KR" altLang="ko-KR" sz="1600" dirty="0" err="1">
                <a:latin typeface="Arial" panose="020B0604020202020204" pitchFamily="34" charset="0"/>
              </a:rPr>
              <a:t>쿨타임</a:t>
            </a:r>
            <a:r>
              <a:rPr lang="ko-KR" altLang="ko-KR" sz="1600" dirty="0">
                <a:latin typeface="Arial" panose="020B0604020202020204" pitchFamily="34" charset="0"/>
              </a:rPr>
              <a:t> 표시 등), 게임 진행 흐름 연결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7주차</a:t>
            </a:r>
            <a:r>
              <a:rPr lang="ko-KR" altLang="ko-KR" sz="1600" dirty="0">
                <a:latin typeface="Arial" panose="020B0604020202020204" pitchFamily="34" charset="0"/>
              </a:rPr>
              <a:t> – 스테이지 구성 및 난이도 조정 (맵 전환, 적 배치 다양화)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8주차</a:t>
            </a:r>
            <a:r>
              <a:rPr lang="ko-KR" altLang="ko-KR" sz="1600" dirty="0">
                <a:latin typeface="Arial" panose="020B0604020202020204" pitchFamily="34" charset="0"/>
              </a:rPr>
              <a:t> – 전체 시스템 통합 테스트 및 버그 수정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9주차</a:t>
            </a:r>
            <a:r>
              <a:rPr lang="ko-KR" altLang="ko-KR" sz="1600" dirty="0">
                <a:latin typeface="Arial" panose="020B0604020202020204" pitchFamily="34" charset="0"/>
              </a:rPr>
              <a:t> – 최종 빌드 및 발표 자료 제작 (PPT/시연 영상 준비 포함)</a:t>
            </a:r>
          </a:p>
        </p:txBody>
      </p:sp>
      <p:pic>
        <p:nvPicPr>
          <p:cNvPr id="7" name="Graphic 6" descr="확인 표시">
            <a:extLst>
              <a:ext uri="{FF2B5EF4-FFF2-40B4-BE49-F238E27FC236}">
                <a16:creationId xmlns:a16="http://schemas.microsoft.com/office/drawing/2014/main" id="{E74A129A-B338-7741-F98A-854CFC39C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981" y="1990229"/>
            <a:ext cx="2906973" cy="29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7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173</Words>
  <Application>Microsoft Office PowerPoint</Application>
  <PresentationFormat>와이드스크린</PresentationFormat>
  <Paragraphs>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테마</vt:lpstr>
      <vt:lpstr>2DGP 프로젝트 1차 발표</vt:lpstr>
      <vt:lpstr>게임 컨셉</vt:lpstr>
      <vt:lpstr>PowerPoint 프레젠테이션</vt:lpstr>
      <vt:lpstr>PowerPoint 프레젠테이션</vt:lpstr>
      <vt:lpstr>PowerPoint 프레젠테이션</vt:lpstr>
      <vt:lpstr>PowerPoint 프레젠테이션</vt:lpstr>
      <vt:lpstr>개발일정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김태건(2022180011)</dc:creator>
  <cp:lastModifiedBy>김태건(2022180011)</cp:lastModifiedBy>
  <cp:revision>12</cp:revision>
  <dcterms:created xsi:type="dcterms:W3CDTF">2025-09-29T06:50:20Z</dcterms:created>
  <dcterms:modified xsi:type="dcterms:W3CDTF">2025-10-01T08:02:48Z</dcterms:modified>
</cp:coreProperties>
</file>