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6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A372B-83D4-48F4-AC87-ECED22A6D99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6F7E1-9429-4A9D-ABBC-B6FDE2ECB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801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3D1E-C1EF-43AF-AD42-872657F64C9B}" type="datetime1">
              <a:rPr lang="ko-KR" altLang="en-US" smtClean="0"/>
              <a:t>2025-11-12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9635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3D1E-C1EF-43AF-AD42-872657F64C9B}" type="datetime1">
              <a:rPr lang="ko-KR" altLang="en-US" smtClean="0"/>
              <a:t>2025-11-12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568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3D1E-C1EF-43AF-AD42-872657F64C9B}" type="datetime1">
              <a:rPr lang="ko-KR" altLang="en-US" smtClean="0"/>
              <a:t>2025-11-12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89760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3D1E-C1EF-43AF-AD42-872657F64C9B}" type="datetime1">
              <a:rPr lang="ko-KR" altLang="en-US" smtClean="0"/>
              <a:t>2025-11-12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40864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3D1E-C1EF-43AF-AD42-872657F64C9B}" type="datetime1">
              <a:rPr lang="ko-KR" altLang="en-US" smtClean="0"/>
              <a:t>2025-11-12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8701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3D1E-C1EF-43AF-AD42-872657F64C9B}" type="datetime1">
              <a:rPr lang="ko-KR" altLang="en-US" smtClean="0"/>
              <a:t>2025-11-12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216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3D1E-C1EF-43AF-AD42-872657F64C9B}" type="datetime1">
              <a:rPr lang="ko-KR" altLang="en-US" smtClean="0"/>
              <a:t>2025-11-12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3523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3D1E-C1EF-43AF-AD42-872657F64C9B}" type="datetime1">
              <a:rPr lang="ko-KR" altLang="en-US" smtClean="0"/>
              <a:t>2025-11-12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0642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3D1E-C1EF-43AF-AD42-872657F64C9B}" type="datetime1">
              <a:rPr lang="ko-KR" altLang="en-US" smtClean="0"/>
              <a:t>2025-11-12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4484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3D1E-C1EF-43AF-AD42-872657F64C9B}" type="datetime1">
              <a:rPr lang="ko-KR" altLang="en-US" smtClean="0"/>
              <a:t>2025-11-12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5313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3D1E-C1EF-43AF-AD42-872657F64C9B}" type="datetime1">
              <a:rPr lang="ko-KR" altLang="en-US" smtClean="0"/>
              <a:t>2025-11-12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59093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53D1E-C1EF-43AF-AD42-872657F64C9B}" type="datetime1">
              <a:rPr lang="ko-KR" altLang="en-US" smtClean="0"/>
              <a:t>2025-11-12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82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87458" y="295787"/>
            <a:ext cx="4410559" cy="469686"/>
          </a:xfrm>
        </p:spPr>
        <p:txBody>
          <a:bodyPr>
            <a:norm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ea typeface="맑은 고딕"/>
              </a:rPr>
              <a:t>프로젝트 개발 진행 상황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3FF5813-12E6-1BD4-23F1-5D618925C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406495"/>
              </p:ext>
            </p:extLst>
          </p:nvPr>
        </p:nvGraphicFramePr>
        <p:xfrm>
          <a:off x="823477" y="890275"/>
          <a:ext cx="10673889" cy="5576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480">
                  <a:extLst>
                    <a:ext uri="{9D8B030D-6E8A-4147-A177-3AD203B41FA5}">
                      <a16:colId xmlns:a16="http://schemas.microsoft.com/office/drawing/2014/main" val="525230711"/>
                    </a:ext>
                  </a:extLst>
                </a:gridCol>
                <a:gridCol w="527538">
                  <a:extLst>
                    <a:ext uri="{9D8B030D-6E8A-4147-A177-3AD203B41FA5}">
                      <a16:colId xmlns:a16="http://schemas.microsoft.com/office/drawing/2014/main" val="185303382"/>
                    </a:ext>
                  </a:extLst>
                </a:gridCol>
                <a:gridCol w="8118219">
                  <a:extLst>
                    <a:ext uri="{9D8B030D-6E8A-4147-A177-3AD203B41FA5}">
                      <a16:colId xmlns:a16="http://schemas.microsoft.com/office/drawing/2014/main" val="2819382809"/>
                    </a:ext>
                  </a:extLst>
                </a:gridCol>
                <a:gridCol w="1053652">
                  <a:extLst>
                    <a:ext uri="{9D8B030D-6E8A-4147-A177-3AD203B41FA5}">
                      <a16:colId xmlns:a16="http://schemas.microsoft.com/office/drawing/2014/main" val="1135516555"/>
                    </a:ext>
                  </a:extLst>
                </a:gridCol>
              </a:tblGrid>
              <a:tr h="4562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2733544"/>
                  </a:ext>
                </a:extLst>
              </a:tr>
              <a:tr h="35485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1주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계획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dirty="0"/>
                        <a:t>개발에 필요한 리소스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5244462"/>
                  </a:ext>
                </a:extLst>
              </a:tr>
              <a:tr h="35485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/>
                        <a:t>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dirty="0" err="1"/>
                        <a:t>맵에</a:t>
                      </a:r>
                      <a:r>
                        <a:rPr lang="ko-KR" altLang="en-US" sz="1400" dirty="0"/>
                        <a:t> 대한 리소스가 존재하지 않아 </a:t>
                      </a:r>
                      <a:r>
                        <a:rPr lang="ko-KR" altLang="en-US" sz="1400" dirty="0" err="1"/>
                        <a:t>타일맵</a:t>
                      </a:r>
                      <a:r>
                        <a:rPr lang="ko-KR" altLang="en-US" sz="1400" dirty="0"/>
                        <a:t> 자체 제작 진행 중. 그 외엔 수집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ko-KR" altLang="en-US" sz="1400" b="1" dirty="0"/>
                        <a:t>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463177"/>
                  </a:ext>
                </a:extLst>
              </a:tr>
              <a:tr h="35485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2주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i="0" u="none" strike="noStrike" noProof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계획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400" b="0" i="0" u="none" strike="noStrike" noProof="0" dirty="0">
                          <a:latin typeface="Neue Haas Grotesk Text Pro"/>
                        </a:rPr>
                        <a:t>게임 프레임워크 구성 및 개발</a:t>
                      </a:r>
                      <a:endParaRPr 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721359"/>
                  </a:ext>
                </a:extLst>
              </a:tr>
              <a:tr h="35485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/>
                        <a:t>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dirty="0"/>
                        <a:t>계획 단계에서 2주차와 3주차 계획 서로 변경해서 개발하여 작업 완료.(플레이어 조작, 몬스터 동작)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ko-KR" altLang="en-US" sz="1400" b="1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039864"/>
                  </a:ext>
                </a:extLst>
              </a:tr>
              <a:tr h="35485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3주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계획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400" b="0" i="0" u="none" strike="noStrike" noProof="0" dirty="0">
                          <a:latin typeface="Neue Haas Grotesk Text Pro"/>
                        </a:rPr>
                        <a:t>플레이어 기본 조작(이동, 공격), 몬스터 기본 동작 개발</a:t>
                      </a:r>
                      <a:endParaRPr 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8184044"/>
                  </a:ext>
                </a:extLst>
              </a:tr>
              <a:tr h="35485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/>
                        <a:t>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400" b="0" i="0" u="none" strike="noStrike" noProof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계획 단계에서 2주차와 3주차 계획 서로 변경해서 개발하여 작업 완료. (프레임워크 작업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)</a:t>
                      </a:r>
                      <a:endParaRPr lang="ko-KR" altLang="en-US" sz="1400" b="0" i="0" u="none" strike="noStrike" noProof="0" dirty="0">
                        <a:solidFill>
                          <a:srgbClr val="000000"/>
                        </a:solidFill>
                        <a:latin typeface="Neue Haas Grotesk Text Pr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ko-KR" altLang="en-US" sz="1400" b="1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1407108"/>
                  </a:ext>
                </a:extLst>
              </a:tr>
              <a:tr h="35485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4주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계획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400" b="0" i="0" u="none" strike="noStrike" noProof="0" dirty="0">
                          <a:latin typeface="Neue Haas Grotesk Text Pro"/>
                        </a:rPr>
                        <a:t>플레이어 스킬 개발, 전투 시스템 구체화</a:t>
                      </a:r>
                      <a:endParaRPr 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3715805"/>
                  </a:ext>
                </a:extLst>
              </a:tr>
              <a:tr h="35485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/>
                        <a:t>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dirty="0"/>
                        <a:t>플레이어 스킬은 만들었으나 전투시스템 (충돌처리, 데미지처리 등) 미완.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ko-KR" altLang="en-US" sz="1400" b="1" dirty="0"/>
                        <a:t> 60%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981816"/>
                  </a:ext>
                </a:extLst>
              </a:tr>
              <a:tr h="4562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5주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계획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400" b="0" i="0" u="none" strike="noStrike" noProof="0" dirty="0">
                          <a:latin typeface="Neue Haas Grotesk Text Pro"/>
                        </a:rPr>
                        <a:t>보스 몬스터 및 추가 패턴 개발, </a:t>
                      </a:r>
                      <a:r>
                        <a:rPr lang="ko-KR" sz="1400" b="0" i="0" u="none" strike="noStrike" noProof="0" err="1">
                          <a:latin typeface="Neue Haas Grotesk Text Pro"/>
                        </a:rPr>
                        <a:t>밸런싱</a:t>
                      </a:r>
                      <a:r>
                        <a:rPr lang="ko-KR" sz="1400" b="0" i="0" u="none" strike="noStrike" noProof="0" dirty="0">
                          <a:latin typeface="Neue Haas Grotesk Text Pro"/>
                        </a:rPr>
                        <a:t> 시작</a:t>
                      </a:r>
                      <a:endParaRPr 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966720"/>
                  </a:ext>
                </a:extLst>
              </a:tr>
              <a:tr h="4562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6주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계획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400" b="0" i="0" u="none" strike="noStrike" noProof="0" dirty="0">
                          <a:latin typeface="Neue Haas Grotesk Text Pro"/>
                        </a:rPr>
                        <a:t>UI/HUD 개발 (체력, 스킬 </a:t>
                      </a:r>
                      <a:r>
                        <a:rPr lang="ko-KR" sz="1400" b="0" i="0" u="none" strike="noStrike" noProof="0" err="1">
                          <a:latin typeface="Neue Haas Grotesk Text Pro"/>
                        </a:rPr>
                        <a:t>쿨타임</a:t>
                      </a:r>
                      <a:r>
                        <a:rPr lang="ko-KR" sz="1400" b="0" i="0" u="none" strike="noStrike" noProof="0" dirty="0">
                          <a:latin typeface="Neue Haas Grotesk Text Pro"/>
                        </a:rPr>
                        <a:t> 표시 등), 게임 진행 흐름 연결</a:t>
                      </a:r>
                      <a:endParaRPr 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6196459"/>
                  </a:ext>
                </a:extLst>
              </a:tr>
              <a:tr h="4562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7주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계획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400" b="0" i="0" u="none" strike="noStrike" noProof="0" dirty="0">
                          <a:latin typeface="Neue Haas Grotesk Text Pro"/>
                        </a:rPr>
                        <a:t>스테이지 구성 및 난이도 조정 (맵 전환, 적 배치 다양화)</a:t>
                      </a:r>
                      <a:endParaRPr 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707873"/>
                  </a:ext>
                </a:extLst>
              </a:tr>
              <a:tr h="45623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1" dirty="0"/>
                        <a:t>8주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/>
                        <a:t>계획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400" b="0" i="0" u="none" strike="noStrike" noProof="0" dirty="0">
                          <a:latin typeface="Neue Haas Grotesk Text Pro"/>
                        </a:rPr>
                        <a:t>전체 시스템 통합 테스트 및 버그 수정</a:t>
                      </a:r>
                      <a:endParaRPr 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017108"/>
                  </a:ext>
                </a:extLst>
              </a:tr>
              <a:tr h="45623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1" dirty="0"/>
                        <a:t>9주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/>
                        <a:t>계획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i="0" u="none" strike="noStrike" noProof="0" dirty="0">
                          <a:latin typeface="Neue Haas Grotesk Text Pro"/>
                        </a:rPr>
                        <a:t>최종 빌드 및 발표 자료 제작 (PPT/시연 영상 준비 포함)</a:t>
                      </a:r>
                      <a:endParaRPr 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59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2B3FC-9F8D-B922-9D9F-4E62932AA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8" descr="3D 모델링, 디지털 합성, 스크린샷, 비디오 게임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C6B891-D5D0-51A1-9E7F-026D1A379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0150" y="2428875"/>
            <a:ext cx="2914650" cy="2000250"/>
          </a:xfrm>
          <a:prstGeom prst="rect">
            <a:avLst/>
          </a:prstGeom>
        </p:spPr>
      </p:pic>
      <p:pic>
        <p:nvPicPr>
          <p:cNvPr id="10" name="그림 9" descr="PC 게임, 만화 영화, 전략 비디오 게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4788DD-B102-049D-9E88-DB608D79E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89" y="1883020"/>
            <a:ext cx="4843097" cy="26743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8B89B8-EF80-8B64-EDC1-52EA65F40DEF}"/>
              </a:ext>
            </a:extLst>
          </p:cNvPr>
          <p:cNvSpPr txBox="1"/>
          <p:nvPr/>
        </p:nvSpPr>
        <p:spPr>
          <a:xfrm>
            <a:off x="1802423" y="4733191"/>
            <a:ext cx="24867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ea typeface="맑은 고딕"/>
              </a:rPr>
              <a:t>본래 계획한 보스의 </a:t>
            </a:r>
            <a:endParaRPr lang="ko-KR" dirty="0">
              <a:solidFill>
                <a:schemeClr val="bg1"/>
              </a:solidFill>
              <a:ea typeface="맑은 고딕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ea typeface="맑은 고딕"/>
              </a:rPr>
              <a:t>리소스 존재 </a:t>
            </a:r>
            <a:r>
              <a:rPr lang="ko-KR" altLang="en-US" dirty="0" err="1">
                <a:solidFill>
                  <a:schemeClr val="bg1"/>
                </a:solidFill>
                <a:ea typeface="맑은 고딕"/>
              </a:rPr>
              <a:t>X</a:t>
            </a:r>
            <a:endParaRPr lang="ko-KR" altLang="en-US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8B00B42A-07AE-DFE0-76B6-F985E7B455CE}"/>
              </a:ext>
            </a:extLst>
          </p:cNvPr>
          <p:cNvSpPr txBox="1">
            <a:spLocks/>
          </p:cNvSpPr>
          <p:nvPr/>
        </p:nvSpPr>
        <p:spPr>
          <a:xfrm>
            <a:off x="466706" y="722507"/>
            <a:ext cx="4410559" cy="469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b="1" dirty="0">
                <a:solidFill>
                  <a:schemeClr val="bg1"/>
                </a:solidFill>
                <a:ea typeface="맑은 고딕"/>
              </a:rPr>
              <a:t>프로젝트 계획 수정 내용 #</a:t>
            </a:r>
            <a:r>
              <a:rPr lang="en-US" altLang="ko-KR" sz="2400" b="1" dirty="0">
                <a:solidFill>
                  <a:schemeClr val="bg1"/>
                </a:solidFill>
                <a:ea typeface="맑은 고딕"/>
              </a:rPr>
              <a:t>1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1C7CEB9C-7DA7-26B9-2F71-7AA55F5C1919}"/>
              </a:ext>
            </a:extLst>
          </p:cNvPr>
          <p:cNvSpPr/>
          <p:nvPr/>
        </p:nvSpPr>
        <p:spPr>
          <a:xfrm>
            <a:off x="5891218" y="3162746"/>
            <a:ext cx="1238249" cy="359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99A3B-0FC7-E8F5-8BB5-98D8C296A69E}"/>
              </a:ext>
            </a:extLst>
          </p:cNvPr>
          <p:cNvSpPr txBox="1"/>
          <p:nvPr/>
        </p:nvSpPr>
        <p:spPr>
          <a:xfrm>
            <a:off x="7827388" y="4733190"/>
            <a:ext cx="256424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ea typeface="맑은 고딕"/>
              </a:rPr>
              <a:t>보유한 </a:t>
            </a:r>
            <a:r>
              <a:rPr lang="ko-KR" altLang="en-US" dirty="0" err="1">
                <a:solidFill>
                  <a:schemeClr val="bg1"/>
                </a:solidFill>
                <a:ea typeface="맑은 고딕"/>
              </a:rPr>
              <a:t>스컬의</a:t>
            </a:r>
            <a:r>
              <a:rPr lang="ko-KR" altLang="en-US" dirty="0">
                <a:solidFill>
                  <a:schemeClr val="bg1"/>
                </a:solidFill>
                <a:ea typeface="맑은 고딕"/>
              </a:rPr>
              <a:t> 리소스로</a:t>
            </a:r>
          </a:p>
          <a:p>
            <a:pPr algn="ctr"/>
            <a:r>
              <a:rPr lang="ko-KR" altLang="en-US" dirty="0">
                <a:solidFill>
                  <a:schemeClr val="bg1"/>
                </a:solidFill>
                <a:ea typeface="맑은 고딕"/>
              </a:rPr>
              <a:t>보스 대체 예정</a:t>
            </a:r>
          </a:p>
        </p:txBody>
      </p:sp>
    </p:spTree>
    <p:extLst>
      <p:ext uri="{BB962C8B-B14F-4D97-AF65-F5344CB8AC3E}">
        <p14:creationId xmlns:p14="http://schemas.microsoft.com/office/powerpoint/2010/main" val="1005921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FAE00A-C86F-F78E-C9F9-048FBEBD8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A6B62D7-EC11-F78F-83A5-475F4F2DB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605" y="1275492"/>
            <a:ext cx="6612790" cy="430701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4F5B8A8-5803-1F9E-F07A-BEA910B6F019}"/>
              </a:ext>
            </a:extLst>
          </p:cNvPr>
          <p:cNvSpPr/>
          <p:nvPr/>
        </p:nvSpPr>
        <p:spPr>
          <a:xfrm>
            <a:off x="5846064" y="1275492"/>
            <a:ext cx="1932432" cy="2865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5AC74503-A49C-8267-FCB2-D7CFA3C6C67A}"/>
              </a:ext>
            </a:extLst>
          </p:cNvPr>
          <p:cNvSpPr txBox="1">
            <a:spLocks/>
          </p:cNvSpPr>
          <p:nvPr/>
        </p:nvSpPr>
        <p:spPr>
          <a:xfrm>
            <a:off x="466706" y="722507"/>
            <a:ext cx="4410559" cy="469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b="1" dirty="0" err="1">
                <a:solidFill>
                  <a:schemeClr val="bg1"/>
                </a:solidFill>
                <a:ea typeface="맑은 고딕"/>
              </a:rPr>
              <a:t>커밋</a:t>
            </a:r>
            <a:r>
              <a:rPr lang="ko-KR" altLang="en-US" sz="2400" b="1" dirty="0">
                <a:solidFill>
                  <a:schemeClr val="bg1"/>
                </a:solidFill>
                <a:ea typeface="맑은 고딕"/>
              </a:rPr>
              <a:t> 횟수 통계</a:t>
            </a:r>
            <a:endParaRPr lang="en-US" altLang="ko-KR" sz="2400" b="1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67907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217</Words>
  <Application>Microsoft Office PowerPoint</Application>
  <PresentationFormat>와이드스크린</PresentationFormat>
  <Paragraphs>48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맑은 고딕</vt:lpstr>
      <vt:lpstr>Aptos</vt:lpstr>
      <vt:lpstr>Aptos Display</vt:lpstr>
      <vt:lpstr>Arial</vt:lpstr>
      <vt:lpstr>Neue Haas Grotesk Text Pro</vt:lpstr>
      <vt:lpstr>Office Theme</vt:lpstr>
      <vt:lpstr>프로젝트 개발 진행 상황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태건</dc:creator>
  <cp:lastModifiedBy>김태건(2022180011)</cp:lastModifiedBy>
  <cp:revision>174</cp:revision>
  <dcterms:created xsi:type="dcterms:W3CDTF">2025-11-12T04:54:55Z</dcterms:created>
  <dcterms:modified xsi:type="dcterms:W3CDTF">2025-11-12T07:40:49Z</dcterms:modified>
</cp:coreProperties>
</file>